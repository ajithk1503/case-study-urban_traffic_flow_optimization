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/>
          <a:lstStyle>
            <a:lvl1pPr algn="ctr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github.com/ajithk1503/Case-Study-Urban_Traffic_Flow_Optimization" TargetMode="Externa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hyperlink" Target="https://github.com/ajithk1503/Case-Study-Urban_Traffic_Flow_Optimization" TargetMode="Externa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IN" altLang="en-GB"/>
              <a:t>Case Study 2 - </a:t>
            </a:r>
            <a:r>
              <a:rPr lang="en-US" altLang="en-GB"/>
              <a:t> Urban Traffic Flow Optimization</a:t>
            </a:r>
            <a:br>
              <a:rPr lang="en-US" altLang="en-GB"/>
            </a:br>
            <a:r>
              <a:rPr lang="en-IN" altLang="en-US"/>
              <a:t>			-- K.Ajith Varma [22BCE0720]</a:t>
            </a:r>
            <a:endParaRPr lang="en-IN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7665" y="1457960"/>
            <a:ext cx="4057650" cy="23958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14165"/>
            <a:ext cx="4431665" cy="268160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550545" y="3783330"/>
            <a:ext cx="4620260" cy="455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GB">
                <a:sym typeface="+mn-ea"/>
              </a:rPr>
              <a:t>Graphs on Traffic Flow at each hour</a:t>
            </a:r>
            <a:endParaRPr lang="en-IN" altLang="en-GB"/>
          </a:p>
          <a:p>
            <a:endParaRPr lang="en-GB" alt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080" y="1691005"/>
            <a:ext cx="5233035" cy="2676525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4295775" y="2118360"/>
            <a:ext cx="1398270" cy="1509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GB"/>
              <a:t>Insights based on Given Data</a:t>
            </a:r>
            <a:endParaRPr lang="en-IN" altLang="en-GB"/>
          </a:p>
          <a:p>
            <a:r>
              <a:rPr lang="en-IN" altLang="en-GB" sz="2800">
                <a:hlinkClick r:id="rId4" tooltip="" action="ppaction://hlinkfile"/>
              </a:rPr>
              <a:t>code</a:t>
            </a:r>
            <a:endParaRPr lang="en-IN" altLang="en-GB" sz="2800">
              <a:hlinkClick r:id="rId4" tooltip="" action="ppaction://hlinkfile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715" y="4451985"/>
            <a:ext cx="5262880" cy="21818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3755"/>
          </a:xfrm>
        </p:spPr>
        <p:txBody>
          <a:bodyPr/>
          <a:p>
            <a:r>
              <a:rPr lang="en-IN" altLang="en-GB"/>
              <a:t>Optimization Techniques</a:t>
            </a:r>
            <a:endParaRPr lang="en-IN" altLang="en-GB"/>
          </a:p>
        </p:txBody>
      </p:sp>
      <p:sp>
        <p:nvSpPr>
          <p:cNvPr id="5" name="Text Box 4"/>
          <p:cNvSpPr txBox="1"/>
          <p:nvPr/>
        </p:nvSpPr>
        <p:spPr>
          <a:xfrm>
            <a:off x="1134745" y="1091565"/>
            <a:ext cx="7531100" cy="537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GB" sz="2000" b="1" u="sng"/>
              <a:t>1. Promote Public Transport and Ride-Sharing</a:t>
            </a:r>
            <a:endParaRPr lang="en-IN" altLang="en-GB" sz="2000" b="1" u="sng"/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468755"/>
            <a:ext cx="8225790" cy="100457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1006475" y="2473325"/>
            <a:ext cx="9554210" cy="955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GB" sz="2400" b="1" u="sng"/>
              <a:t>2. Predicting Traffic Flow For Adaptive Traffic Control Systems </a:t>
            </a:r>
            <a:endParaRPr lang="en-IN" altLang="en-GB" sz="2400" b="1" u="sng"/>
          </a:p>
          <a:p>
            <a:r>
              <a:rPr lang="en-IN" altLang="en-GB" sz="2000" b="1"/>
              <a:t>- Done Using RandomForest Regressor (used for approximating traffic(target function)</a:t>
            </a:r>
            <a:endParaRPr lang="en-IN" altLang="en-GB" sz="2000" b="1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29025"/>
            <a:ext cx="5450205" cy="254063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6368415" y="3733800"/>
            <a:ext cx="4813300" cy="2207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/>
              <a:t>Max Traffic expected at 8 am followed by 6 pm</a:t>
            </a:r>
            <a:endParaRPr lang="en-I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/>
              <a:t>Optimizing intersection layouts also can be used to divert the traffic at certain intersection particularly during peak office hours</a:t>
            </a:r>
            <a:endParaRPr lang="en-I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/>
              <a:t>Also facilitating better path for public transport in Madhavaram</a:t>
            </a:r>
            <a:br>
              <a:rPr lang="en-IN" altLang="en-GB"/>
            </a:br>
            <a:endParaRPr lang="en-IN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890" y="365125"/>
            <a:ext cx="10515600" cy="983615"/>
          </a:xfrm>
        </p:spPr>
        <p:txBody>
          <a:bodyPr>
            <a:normAutofit/>
          </a:bodyPr>
          <a:p>
            <a:r>
              <a:rPr lang="en-IN" altLang="en-GB" sz="2400"/>
              <a:t>Based on the predicted traffic :</a:t>
            </a:r>
            <a:br>
              <a:rPr lang="en-IN" altLang="en-GB"/>
            </a:br>
            <a:r>
              <a:rPr lang="en-IN" altLang="en-US" sz="3200" b="1" u="sng"/>
              <a:t>3.</a:t>
            </a:r>
            <a:r>
              <a:rPr lang="en-US" altLang="en-GB" sz="3200" b="1" u="sng"/>
              <a:t>Optimizing Signal Timings Dynamically</a:t>
            </a:r>
            <a:endParaRPr lang="en-US" altLang="en-GB" sz="3200" b="1" u="sng"/>
          </a:p>
        </p:txBody>
      </p:sp>
      <p:pic>
        <p:nvPicPr>
          <p:cNvPr id="11" name="Content Placeholder 1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6215" y="1417320"/>
            <a:ext cx="6181725" cy="283337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516890" y="4622800"/>
            <a:ext cx="5216525" cy="688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GB" sz="3200">
                <a:hlinkClick r:id="rId2" tooltip="" action="ppaction://hlinkfile"/>
              </a:rPr>
              <a:t>Code</a:t>
            </a:r>
            <a:endParaRPr lang="en-IN" altLang="en-GB" sz="320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155" y="3657600"/>
            <a:ext cx="6547485" cy="32004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4585" y="468630"/>
            <a:ext cx="3289300" cy="296037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</Words>
  <Application>WPS Presentation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2 -  Urban Traffic Flow Optimization 			-- K.Ajith Varma [22BCE0720]</dc:title>
  <dc:creator/>
  <cp:lastModifiedBy>varmajit k</cp:lastModifiedBy>
  <cp:revision>7</cp:revision>
  <dcterms:created xsi:type="dcterms:W3CDTF">2025-02-12T05:04:21Z</dcterms:created>
  <dcterms:modified xsi:type="dcterms:W3CDTF">2025-02-12T06:24:20Z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F94FB01E7A504D22A6F39CA93157515F_11</vt:lpwstr>
  </property>
  <property fmtid="{D5CDD505-2E9C-101B-9397-08002B2CF9AE}" pid="3" name="KSOProductBuildVer">
    <vt:lpwstr>2057-12.2.0.19805</vt:lpwstr>
  </property>
</Properties>
</file>